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A3D0-4AF1-4B0E-4EE8-91A5B8D46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123BD-E726-EE2B-393A-393CC9A95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B241-91A5-A37E-C2C5-C8DF2BA2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5B758-9646-5308-6B84-C1FFDD23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C379-091D-07A2-D376-AAC205E6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C021-02B3-D140-FF9F-17726A18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EAE55-F75D-2705-40EF-AFC4E46E8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4834-6B1F-D42E-BDD3-EEA5DB49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3CF35-0DCB-6494-862D-4461C86A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0E2BA-91B5-235E-9580-FF71EFAC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EB99-877F-60DE-02D9-F59B72A3A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2E4B8-3226-BF8D-A157-79C07CA1F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508CB-B301-384F-09EE-C2A43BA9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3FA09-5564-4251-9EC2-0C78D966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B3106-5FA5-482E-6122-A9AF6F5B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F1E5-2B50-6FD9-FBCF-8BFCBD8A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2AB4-1E01-8721-6DDE-BB6867E79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07D9E-0A35-3B5F-3853-93578CAD5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C9DC-5782-F54B-C5D5-0C872C87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BEAF5-8EAE-0D84-A3DA-CB22713E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1B027-7560-9ACE-7C51-604A7967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0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A7F4-F815-0223-B9A8-EAF61081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09FD-F215-EA53-CAC6-095CF2BDA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826BB-1670-B0C7-ABCE-93418A837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C29DA-9A8F-968D-164B-D0D97DA17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71187-68D5-23B8-C00D-9A9091240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39463-7512-7FAD-7A71-591C8258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57BE0-63B0-C1C1-F4C4-BC38E69D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91C2A-2CC0-B6EF-CD28-040627D1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9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F0EA-6FDC-14F0-6BD6-C7037090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BFC9D-250D-629B-50F8-6FCCBACF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7B01D-713A-7FF9-6382-C6CFE98A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7637F-3AFB-5195-29E2-6A44382B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3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EED96-02DE-183F-4FD0-4CD1410A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5C37E-F9C2-9C2D-5C44-B7F1580C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E249D-4707-BFF5-BF6D-FC186742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CC04-809E-59B8-7CA1-2D17A27C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1538D-DE35-2E94-2EF9-C8D4ABB31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1F3AE-E24C-B56F-2598-B7F88F8C2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7F158-DAAD-BB6C-B1D5-F641E36D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07A8A-1A0D-25A0-8F21-77F9AB99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D5CA3-8B3F-A9DC-FDE9-EC5604A1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FC0E2-D3F0-F6C4-BC3C-BDDF4F5B2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0DFA8-6017-B4D6-6A51-88BDD6E82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F2518-8345-A6AD-07D7-46D22BBE3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09EF2-FF33-1CFA-BE7B-534FA533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B5480-E50B-4DB1-925F-B3597D4C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B00CB-8B01-F845-0C47-4B58DFC2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6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6633-57F5-E20B-0A97-ECBA1354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49B79-9B16-4BA0-529C-313EBA4F4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DAB0-C629-4DF8-BA56-8E6FDCD1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6C8DB-E7C3-9822-6596-D92FB0B9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2B95-52AC-D80C-D547-23A9B772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2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1531A7-E4CA-F594-6F9A-BEE4316E9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8E0A3-52C9-738B-3E70-1F5795F6D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C452B-1941-7CF3-C969-CE16E43D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7C505-9308-2D35-E357-A5B91BF9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1A5B6-C36A-FD96-7E4C-647D4279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704A6-86D3-8F87-1FAC-0324ABF3D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C09C5-77EF-0F7A-95E6-273CDF3F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ED3BB-8DD6-D816-452B-9E238FE3B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3A83F-53C4-4540-876A-DCC93E477B68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A4420-7F60-5B85-DB8B-88D5C979B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299FB-F90C-21CF-0B9E-18D8AD2D6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29B57-0873-A94C-9E1E-065A84F1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DDC8D5-F7F2-75C8-4ECF-5C1CA1E19EB7}"/>
              </a:ext>
            </a:extLst>
          </p:cNvPr>
          <p:cNvCxnSpPr>
            <a:cxnSpLocks/>
          </p:cNvCxnSpPr>
          <p:nvPr/>
        </p:nvCxnSpPr>
        <p:spPr>
          <a:xfrm>
            <a:off x="3889546" y="2051222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49936B-BB05-3E97-6057-33ABF0AC7531}"/>
              </a:ext>
            </a:extLst>
          </p:cNvPr>
          <p:cNvCxnSpPr>
            <a:cxnSpLocks/>
          </p:cNvCxnSpPr>
          <p:nvPr/>
        </p:nvCxnSpPr>
        <p:spPr>
          <a:xfrm>
            <a:off x="4515624" y="2051222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A7FDAB-48C2-1187-8A16-E4FDA32A84F5}"/>
              </a:ext>
            </a:extLst>
          </p:cNvPr>
          <p:cNvCxnSpPr>
            <a:cxnSpLocks/>
          </p:cNvCxnSpPr>
          <p:nvPr/>
        </p:nvCxnSpPr>
        <p:spPr>
          <a:xfrm>
            <a:off x="4884914" y="2051222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E89D46-79BC-1357-8074-F9C8E30A301C}"/>
              </a:ext>
            </a:extLst>
          </p:cNvPr>
          <p:cNvCxnSpPr>
            <a:cxnSpLocks/>
          </p:cNvCxnSpPr>
          <p:nvPr/>
        </p:nvCxnSpPr>
        <p:spPr>
          <a:xfrm>
            <a:off x="5793783" y="2051222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74B1AC-5D03-FE75-231D-CD2C4A47464B}"/>
              </a:ext>
            </a:extLst>
          </p:cNvPr>
          <p:cNvCxnSpPr>
            <a:cxnSpLocks/>
          </p:cNvCxnSpPr>
          <p:nvPr/>
        </p:nvCxnSpPr>
        <p:spPr>
          <a:xfrm>
            <a:off x="6408909" y="2042975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ED1DBF-48B5-7692-F58A-537E3F59F97D}"/>
              </a:ext>
            </a:extLst>
          </p:cNvPr>
          <p:cNvCxnSpPr>
            <a:cxnSpLocks/>
          </p:cNvCxnSpPr>
          <p:nvPr/>
        </p:nvCxnSpPr>
        <p:spPr>
          <a:xfrm>
            <a:off x="7059830" y="2042975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15302C-D8CC-C24B-FF73-FE07BF96F6A0}"/>
              </a:ext>
            </a:extLst>
          </p:cNvPr>
          <p:cNvCxnSpPr>
            <a:cxnSpLocks/>
          </p:cNvCxnSpPr>
          <p:nvPr/>
        </p:nvCxnSpPr>
        <p:spPr>
          <a:xfrm>
            <a:off x="8550877" y="2042975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85D16A-931F-4BE3-50F5-E1110D08FD0C}"/>
              </a:ext>
            </a:extLst>
          </p:cNvPr>
          <p:cNvCxnSpPr>
            <a:cxnSpLocks/>
          </p:cNvCxnSpPr>
          <p:nvPr/>
        </p:nvCxnSpPr>
        <p:spPr>
          <a:xfrm>
            <a:off x="8773302" y="2042974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5A90C3-A961-620E-47A7-7B8C388EE415}"/>
              </a:ext>
            </a:extLst>
          </p:cNvPr>
          <p:cNvCxnSpPr>
            <a:cxnSpLocks/>
          </p:cNvCxnSpPr>
          <p:nvPr/>
        </p:nvCxnSpPr>
        <p:spPr>
          <a:xfrm>
            <a:off x="10055697" y="2042974"/>
            <a:ext cx="0" cy="2457716"/>
          </a:xfrm>
          <a:prstGeom prst="line">
            <a:avLst/>
          </a:prstGeom>
          <a:ln>
            <a:solidFill>
              <a:srgbClr val="C00000">
                <a:alpha val="30198"/>
              </a:srgb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79804C-6D17-4CB1-F89F-AC25A4F6955A}"/>
              </a:ext>
            </a:extLst>
          </p:cNvPr>
          <p:cNvCxnSpPr>
            <a:cxnSpLocks/>
          </p:cNvCxnSpPr>
          <p:nvPr/>
        </p:nvCxnSpPr>
        <p:spPr>
          <a:xfrm flipH="1" flipV="1">
            <a:off x="2802152" y="1767016"/>
            <a:ext cx="4110" cy="2741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542F46A-E2B9-699B-A9F0-C9FA8268C125}"/>
              </a:ext>
            </a:extLst>
          </p:cNvPr>
          <p:cNvCxnSpPr>
            <a:cxnSpLocks/>
          </p:cNvCxnSpPr>
          <p:nvPr/>
        </p:nvCxnSpPr>
        <p:spPr>
          <a:xfrm flipV="1">
            <a:off x="2806262" y="4500691"/>
            <a:ext cx="8154181" cy="8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22A0F80-B3D0-E46C-A4D6-5616DC56555E}"/>
              </a:ext>
            </a:extLst>
          </p:cNvPr>
          <p:cNvSpPr/>
          <p:nvPr/>
        </p:nvSpPr>
        <p:spPr>
          <a:xfrm>
            <a:off x="2802152" y="4067503"/>
            <a:ext cx="4257678" cy="441435"/>
          </a:xfrm>
          <a:prstGeom prst="rect">
            <a:avLst/>
          </a:prstGeom>
          <a:solidFill>
            <a:schemeClr val="accent1">
              <a:alpha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 1 – prefill (8)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EC6035-5B68-236A-EEDF-45019779E73F}"/>
              </a:ext>
            </a:extLst>
          </p:cNvPr>
          <p:cNvSpPr/>
          <p:nvPr/>
        </p:nvSpPr>
        <p:spPr>
          <a:xfrm>
            <a:off x="4515624" y="3617124"/>
            <a:ext cx="4257678" cy="441435"/>
          </a:xfrm>
          <a:prstGeom prst="rect">
            <a:avLst/>
          </a:prstGeom>
          <a:solidFill>
            <a:schemeClr val="accent5">
              <a:alpha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 2 – decode (350)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0082A-D63C-78CC-50AA-D0D595792137}"/>
              </a:ext>
            </a:extLst>
          </p:cNvPr>
          <p:cNvSpPr/>
          <p:nvPr/>
        </p:nvSpPr>
        <p:spPr>
          <a:xfrm>
            <a:off x="3889546" y="3159917"/>
            <a:ext cx="2523606" cy="441435"/>
          </a:xfrm>
          <a:prstGeom prst="rect">
            <a:avLst/>
          </a:prstGeom>
          <a:solidFill>
            <a:schemeClr val="accent5">
              <a:alpha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 3 – decode (200)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BC6040-0332-CA63-77F5-2D704494EA7C}"/>
              </a:ext>
            </a:extLst>
          </p:cNvPr>
          <p:cNvSpPr/>
          <p:nvPr/>
        </p:nvSpPr>
        <p:spPr>
          <a:xfrm>
            <a:off x="5798026" y="2718480"/>
            <a:ext cx="4257671" cy="441435"/>
          </a:xfrm>
          <a:prstGeom prst="rect">
            <a:avLst/>
          </a:prstGeom>
          <a:solidFill>
            <a:schemeClr val="accent1">
              <a:alpha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 4 – prefill (9)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1E59FA-AD77-30AA-9821-739D243DD417}"/>
              </a:ext>
            </a:extLst>
          </p:cNvPr>
          <p:cNvSpPr/>
          <p:nvPr/>
        </p:nvSpPr>
        <p:spPr>
          <a:xfrm>
            <a:off x="4900101" y="2277042"/>
            <a:ext cx="3650776" cy="441435"/>
          </a:xfrm>
          <a:prstGeom prst="rect">
            <a:avLst/>
          </a:prstGeom>
          <a:solidFill>
            <a:schemeClr val="accent1">
              <a:alpha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 5 – prefill (4)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7D6C44-8CAE-4D8C-0611-8B24199C4D88}"/>
              </a:ext>
            </a:extLst>
          </p:cNvPr>
          <p:cNvSpPr txBox="1"/>
          <p:nvPr/>
        </p:nvSpPr>
        <p:spPr>
          <a:xfrm>
            <a:off x="6310076" y="4966842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53D83D-B308-648B-AAF0-6D27C2BF122C}"/>
              </a:ext>
            </a:extLst>
          </p:cNvPr>
          <p:cNvSpPr txBox="1"/>
          <p:nvPr/>
        </p:nvSpPr>
        <p:spPr>
          <a:xfrm>
            <a:off x="2113005" y="4597510"/>
            <a:ext cx="883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            0                     2           3.2  4                 6.5       8           9.5                        12 12.5                  16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FCFA10-DD89-B945-5061-5DB77B285B64}"/>
              </a:ext>
            </a:extLst>
          </p:cNvPr>
          <p:cNvSpPr txBox="1"/>
          <p:nvPr/>
        </p:nvSpPr>
        <p:spPr>
          <a:xfrm rot="16200000">
            <a:off x="2072619" y="2953311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Phases</a:t>
            </a:r>
          </a:p>
        </p:txBody>
      </p:sp>
    </p:spTree>
    <p:extLst>
      <p:ext uri="{BB962C8B-B14F-4D97-AF65-F5344CB8AC3E}">
        <p14:creationId xmlns:p14="http://schemas.microsoft.com/office/powerpoint/2010/main" val="1416402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48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SRINIVASAN PARTHASARATHY</dc:creator>
  <cp:lastModifiedBy>SRINIVASAN PARTHASARATHY</cp:lastModifiedBy>
  <cp:revision>3</cp:revision>
  <dcterms:created xsi:type="dcterms:W3CDTF">2025-12-22T13:24:39Z</dcterms:created>
  <dcterms:modified xsi:type="dcterms:W3CDTF">2025-12-22T13:45:01Z</dcterms:modified>
</cp:coreProperties>
</file>